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ACADEMIC PROJECT PRESENTATION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Library Book Issue Management System</a:t>
            </a:r>
          </a:p>
          <a:p>
            <a:pPr>
              <a:spcAft>
                <a:spcPts val="28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A Full-Stack Automated Web Application for Efficient Book Issuing, Member Tracking &amp; Real-Time Inventory Control</a:t>
            </a:r>
          </a:p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Developed Using: Java 21 • Spring Boot • JDBC • MySQL • HTML/CSS/JavaScript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CHALLENGES IN TRADITIONAL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54577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1051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⚠️ Manual Record Keeping &amp; Human Error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Libraries relying on physical ledgers and paper issue cards face frequent manual entry mistakes, lost cards, and messy record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70048"/>
            <a:ext cx="1054577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⚠️ Inaccurate Inventory &amp; Double-Issuing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Librarians struggle to determine exact real-time availability of books, causing double-issuing or borrowing of already loaned copies.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02736"/>
            <a:ext cx="1054577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75887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⚠️ Inefficient Overdue &amp; Fine Tracking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Manually calculating days overdue and penalty fees for hundreds of students is slow, inaccurate, and leads to uncollected fines.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35424"/>
            <a:ext cx="1054577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608576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⚠️ Time-Consuming Borrow &amp; Return Workflows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Students and librarians waste significant time during peak library hours searching through physical cards for issue and return approvals.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468112"/>
            <a:ext cx="1054577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541264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⚠️ Lack of Centralized Analytics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Administrators have no instant visibility into total catalog size, active borrowers, high-demand titles, or overdue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GOALS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54577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1051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🎯 Automate Book Issue &amp; Return Process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Build a streamlined digital system to record borrowing and returning of books within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70048"/>
            <a:ext cx="1054577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🎯 Maintain Accurate Real-Time Inventory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Implement dynamic stock tracking that decrements available copies on issue and increments on return.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02736"/>
            <a:ext cx="1054577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75887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🎯 Automate Overdue Detection &amp; Fine Calculation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Automatically identify late returns, compute exact penalty amounts ($2.00/day), and record transactions.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35424"/>
            <a:ext cx="1054577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608576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🎯 Centralize Student &amp; Catalog Information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Store and manage books and student/member profiles in a robust, structured relational database.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468112"/>
            <a:ext cx="1054577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541264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🎯 Provide a Live Operational Dashboard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Deliver instant visual metrics (Total Inventory, Available Stock, Active Borrowings, Overdue Books) for librarians.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SYSTEM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Core Features &amp; Their Uses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545775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1051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📚 Book Catalog Management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Maintains complete record of books with ISBN, title, author, and category. Tracks available vs. total copies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70048"/>
            <a:ext cx="10545775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👥 Student &amp; Member Directory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Registers library members with unique IDs, contact details, and membership status to prevent unauthorized borrowings.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02736"/>
            <a:ext cx="10545775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75887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⚡ One-Click Book Issuing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Enables librarians to issue books with customized due periods (7, 14, 30 days) while automatically updating stock 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35424"/>
            <a:ext cx="10545775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608576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🔄 Automated Return &amp; Late Fine Math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Detects overdue returns instantly, calculates fines accurately ($2.00/day default), and restores available inventory.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468112"/>
            <a:ext cx="10545775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541264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📊 Live Analytics Dashboard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Provides instant metrics on total inventory, borrowed titles, available stock, and overdue transactions on a single screen.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WHY THIS SYSTEM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Purpose &amp; Practical Advantages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54577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1051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✓ Complete Elimination of Paperwork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Replaces physical registers and paperwork with an instant, searchable digital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70048"/>
            <a:ext cx="1054577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✓ Accurate Inventory &amp; Stock Control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Guarantees books cannot be double-issued and updates available counts automatically on borrow/return.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02736"/>
            <a:ext cx="1054577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75887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✓ Overdue Tracking &amp; Revenue Recovery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Automatically identifies overdue books and computes late fees accurately without manual date math.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35424"/>
            <a:ext cx="1054577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608576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✓ High Time Efficiency for Staff &amp; Students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Speeds up book checkout and return transactions to less than 5 seconds per student.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468112"/>
            <a:ext cx="10545775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541264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✓ Reliable Data Security &amp; Backup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Uses MySQL relational database with ACID-compliant transactions to prevent data loss or corruption.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Technological Tools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29200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Backend Technologies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Java 21 (Modern Long-Term Support release)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Spring Boot 3.3.4 (Embedded Tomcat Server)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JDBC (Java Database Connectivity) for raw SQL queries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HikariCP (High-performance database connection pooling)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RESTful API architecture with JSON data exchange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029200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Database &amp; Persistence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MySQL Server (Relational database management system)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Database Name: library_db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Relational tables: books, members, book_issues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Foreign keys &amp; ACID-compliant transactions for data integrity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MySQL Workbench 8.0 for schema administration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14800"/>
            <a:ext cx="5029200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Frontend &amp; Build Tools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HTML5 (Semantic responsive user interface structure)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CSS3 (Glassmorphism layout, status badges &amp; transitions)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Vanilla JavaScript (Async/Await &amp; modern Fetch API)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Apache Maven 3.9.16 (Dependency &amp; build management)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Zero external UI frameworks for lightweight, fast loading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5029200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Core Design Patterns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MVC (Model - View - Controller) Architecture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DAO (Data Access Object) pattern for database separation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Single Page Application (SPA) frontend dynamic rendering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Transactional execution for book issue and return safety</a:t>
            </a:r>
          </a:p>
          <a:p>
            <a:pPr>
              <a:spcAft>
                <a:spcPts val="3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Environment-driven application.properties configuration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ROADMAP &amp;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Future Scope &amp;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2920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✦ Barcode &amp; QR Code Scanner Integration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Allow students and librarians to scan physical book barcodes and student ID cards instantly.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502920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355848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✦ Student &amp; Faculty Self-Service Portal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Provide dedicated logins for students to view their borrow history, due dates, and fine balances.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54879"/>
            <a:ext cx="502920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864607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✦ Automated Email &amp; SMS Due Date Alerts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Send automated reminders 2 days prior to the due date to minimize overdue penalties.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502920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47088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✦ Online Book Reservation &amp; Hold Queue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Enable students to reserve popular books in advance when all copies are currently issued.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246120"/>
            <a:ext cx="502920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355848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✦ Digital Payment Gateway Integration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Accept online payments for overdue library fines via UPI, NetBanking, and credit/debit cards.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754879"/>
            <a:ext cx="502920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864607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✦ Digital E-Book &amp; PDF Repository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Incorporate downloadable PDF textbooks, research papers, and digital university archives.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0" y="1371600"/>
            <a:ext cx="816833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011680"/>
            <a:ext cx="76196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Aft>
                <a:spcPts val="16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Library Book Issue Management System</a:t>
            </a:r>
          </a:p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Open for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